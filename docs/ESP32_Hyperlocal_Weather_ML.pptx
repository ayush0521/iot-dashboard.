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eaf-6d22-864d-8000-00006f256d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ec9-f6e2-8d40-8000-00001a1457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ebb-5cf2-8017-8000-00008f0888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ec4-c6e2-8442-8000-000078057ff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ec6-0e32-85e0-8000-00001ef539d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ebd-b8e2-8688-8000-000021f9dd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ee0-ed92-895a-8000-000027f9414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ee3-4ec2-8949-8000-00007fa928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edc-62d2-8026-8000-0000ecad60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edb-06e2-8791-8000-00006e3212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ee0-3032-826b-8000-0000898f9fd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ef5-57d2-84fc-8000-0000b86fc7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f12-2ae2-8df0-8000-00000f8b14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8f06-7022-879e-8000-0000d5e85e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Hyperlocal Weather ML</dc:title>
  <dc:subject>ESP32 Hyperlocal Weather ML</dc:subject>
  <dc:creator>Kimi</dc:creator>
  <cp:lastModifiedBy>Kimi</cp:lastModifiedBy>
  <cp:revision>1</cp:revision>
  <dcterms:created xsi:type="dcterms:W3CDTF">2025-12-01T13:25:05Z</dcterms:created>
  <dcterms:modified xsi:type="dcterms:W3CDTF">2025-12-01T13:25:05Z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{"Label":"ESP32 Hyperlocal Weather ML","ContentProducer":"001191110108MACG2KBH8F10000","ProduceID":"d4mkkjd7vds4jnh7rcc0","ReservedCode1":"","ContentPropagator":"001191110108MACG2KBH8F20000","PropagateID":"d4mkkjd7vds4jnh7rcc0","ReservedCode2":""}</vt:lpwstr>
  </property>
</Properties>
</file>